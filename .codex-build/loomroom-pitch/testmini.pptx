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4465dcc9f747c7" /><Relationship Type="http://schemas.openxmlformats.org/officeDocument/2006/relationships/extended-properties" Target="/docProps/app.xml" Id="R59fdc2ae0f134374" /><Relationship Type="http://schemas.openxmlformats.org/officeDocument/2006/relationships/officeDocument" Target="/ppt/presentation.xml" Id="R92661abe82ec4f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bf5bbd1ba042aa"/>
  </p:sldMasterIdLst>
  <p:notesMasterIdLst>
    <p:notesMasterId xmlns:r="http://schemas.openxmlformats.org/officeDocument/2006/relationships" r:id="Rb1c5f7fb4e3d4f86"/>
  </p:notesMasterIdLst>
  <p:sldIdLst>
    <p:sldId xmlns:r="http://schemas.openxmlformats.org/officeDocument/2006/relationships" id="256" r:id="R74256455aac040d5"/>
  </p:sldIdLst>
  <p:sldSz cx="3810000" cy="304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7ce05e94994ea8" /><Relationship Type="http://schemas.openxmlformats.org/officeDocument/2006/relationships/slideMaster" Target="/ppt/slideMasters/slideMaster1.xml" Id="R86bf5bbd1ba042aa" /><Relationship Type="http://schemas.openxmlformats.org/officeDocument/2006/relationships/notesMaster" Target="/ppt/notesMasters/notesMaster1.xml" Id="Rb1c5f7fb4e3d4f86" /><Relationship Type="http://schemas.openxmlformats.org/officeDocument/2006/relationships/presProps" Target="/ppt/presProps.xml" Id="R56bebe7440354b00" /><Relationship Type="http://schemas.openxmlformats.org/officeDocument/2006/relationships/tableStyles" Target="/ppt/tableStyles.xml" Id="Re590655490de43be" /><Relationship Type="http://schemas.openxmlformats.org/officeDocument/2006/relationships/slide" Target="/ppt/slides/slide1.xml" Id="R74256455aac040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d0cc54f53c40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ebdab3464842fb" /><Relationship Type="http://schemas.openxmlformats.org/officeDocument/2006/relationships/notesMaster" Target="/ppt/notesMasters/notesMaster1.xml" Id="Rc09266d6f4af42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b4887c4e1b42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84cda68274f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90d19f08f4d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ac75ca1124b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fef807b4445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64273a84645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C1761F-488E-4DDE-A81B-87AA7844A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151467"/>
            <a:ext cx="3048000" cy="440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F6ACAB-86B8-4DE4-ACC7-BC2961CFE3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71500" y="1676400"/>
            <a:ext cx="266700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57BD41-6AD6-47D8-99D5-DE3F014F25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270000"/>
            <a:ext cx="304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9A7374-0A61-4169-88FA-8B5DDBE270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4313" y="237067"/>
            <a:ext cx="3381375" cy="372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19F9D9-883C-4A3E-8CDF-36DF2BDD46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4313" y="846667"/>
            <a:ext cx="3381375" cy="1896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1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1pPr>
            <a:lvl2pPr marL="1666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2pPr>
            <a:lvl3pPr marL="2619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3pPr>
            <a:lvl4pPr marL="3571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4pPr>
            <a:lvl5pPr marL="452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5pPr>
            <a:lvl6pPr marL="5476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6pPr>
            <a:lvl7pPr marL="6429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7pPr>
            <a:lvl8pPr marL="7381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8pPr>
            <a:lvl9pPr marL="833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44C312-5054-4CEC-9DD7-3C6602581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4313" y="237067"/>
            <a:ext cx="3381375" cy="372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ECECCD-2948-482B-B856-BBDF1DE2E0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4313" y="846667"/>
            <a:ext cx="1571625" cy="1896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1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1pPr>
            <a:lvl2pPr marL="1666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2pPr>
            <a:lvl3pPr marL="2619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3pPr>
            <a:lvl4pPr marL="3571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4pPr>
            <a:lvl5pPr marL="452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5pPr>
            <a:lvl6pPr marL="5476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6pPr>
            <a:lvl7pPr marL="6429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7pPr>
            <a:lvl8pPr marL="7381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8pPr>
            <a:lvl9pPr marL="833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3F5862-414E-43BB-BB40-FCD2CD2856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024063" y="846667"/>
            <a:ext cx="1571625" cy="1896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1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1pPr>
            <a:lvl2pPr marL="1666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2pPr>
            <a:lvl3pPr marL="2619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3pPr>
            <a:lvl4pPr marL="3571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4pPr>
            <a:lvl5pPr marL="452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5pPr>
            <a:lvl6pPr marL="5476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6pPr>
            <a:lvl7pPr marL="6429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7pPr>
            <a:lvl8pPr marL="7381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8pPr>
            <a:lvl9pPr marL="833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D91BD2-49CA-48A5-B7DB-266739CB03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4313" y="237067"/>
            <a:ext cx="3381375" cy="372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E57827-FF19-4BF4-BA36-7FAEF70D4D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4313" y="846667"/>
            <a:ext cx="1571625" cy="1896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1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1pPr>
            <a:lvl2pPr marL="1666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2pPr>
            <a:lvl3pPr marL="2619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3pPr>
            <a:lvl4pPr marL="3571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4pPr>
            <a:lvl5pPr marL="452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5pPr>
            <a:lvl6pPr marL="5476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6pPr>
            <a:lvl7pPr marL="6429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7pPr>
            <a:lvl8pPr marL="73818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8pPr>
            <a:lvl9pPr marL="833438" indent="-71437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907d988f414bdd" /><Relationship Type="http://schemas.openxmlformats.org/officeDocument/2006/relationships/slideLayout" Target="/ppt/slideLayouts/slideLayout1.xml" Id="R19aac4ed02514357" /><Relationship Type="http://schemas.openxmlformats.org/officeDocument/2006/relationships/slideLayout" Target="/ppt/slideLayouts/slideLayout2.xml" Id="R3bffb33d4f93496e" /><Relationship Type="http://schemas.openxmlformats.org/officeDocument/2006/relationships/slideLayout" Target="/ppt/slideLayouts/slideLayout3.xml" Id="R688043572e1e443e" /><Relationship Type="http://schemas.openxmlformats.org/officeDocument/2006/relationships/slideLayout" Target="/ppt/slideLayouts/slideLayout4.xml" Id="Rb569180cd7b04b0a" /><Relationship Type="http://schemas.openxmlformats.org/officeDocument/2006/relationships/slideLayout" Target="/ppt/slideLayouts/slideLayout5.xml" Id="R90a43f2355884599" /><Relationship Type="http://schemas.openxmlformats.org/officeDocument/2006/relationships/slideLayout" Target="/ppt/slideLayouts/slideLayout6.xml" Id="R3c233f466e3b41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aac4ed02514357"/>
    <p:sldLayoutId xmlns:r="http://schemas.openxmlformats.org/officeDocument/2006/relationships" id="2147483650" r:id="R3bffb33d4f93496e"/>
    <p:sldLayoutId xmlns:r="http://schemas.openxmlformats.org/officeDocument/2006/relationships" id="2147483651" r:id="R688043572e1e443e"/>
    <p:sldLayoutId xmlns:r="http://schemas.openxmlformats.org/officeDocument/2006/relationships" id="2147483652" r:id="Rb569180cd7b04b0a"/>
    <p:sldLayoutId xmlns:r="http://schemas.openxmlformats.org/officeDocument/2006/relationships" id="2147483653" r:id="R90a43f2355884599"/>
    <p:sldLayoutId xmlns:r="http://schemas.openxmlformats.org/officeDocument/2006/relationships" id="2147483654" r:id="R3c233f466e3b41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bf76285e24f82" /><Relationship Type="http://schemas.openxmlformats.org/officeDocument/2006/relationships/image" Target="/ppt/media/image.png" Id="Rc94f335b9dcb4a4c" /><Relationship Type="http://schemas.openxmlformats.org/officeDocument/2006/relationships/notesSlide" Target="/ppt/notesSlides/notesSlide1.xml" Id="R4b2bc2805a7b45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C4E40-23C5-4B2A-8C7D-7DDEC20EFA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f335b9dcb4a4c"/>
          <a:stretch xmlns:a="http://schemas.openxmlformats.org/drawingml/2006/main"/>
        </p:blipFill>
        <p:spPr>
          <a:xfrm xmlns:a="http://schemas.openxmlformats.org/drawingml/2006/main">
            <a:off x="95250" y="95250"/>
            <a:ext cx="1714500" cy="1714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003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2026-10-14T15:08:07.3820000Z</dcterms:created>
  <dcterms:modified xsi:type="dcterms:W3CDTF">2026-10-14T15:08:07.3820000Z</dcterms:modified>
</coreProperties>
</file>