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1d65604d24eb8" /><Relationship Type="http://schemas.openxmlformats.org/officeDocument/2006/relationships/extended-properties" Target="/docProps/app.xml" Id="R923442f441964a91" /><Relationship Type="http://schemas.openxmlformats.org/officeDocument/2006/relationships/officeDocument" Target="/ppt/presentation.xml" Id="R41c338d00505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291156ca84f28"/>
  </p:sldMasterIdLst>
  <p:notesMasterIdLst>
    <p:notesMasterId xmlns:r="http://schemas.openxmlformats.org/officeDocument/2006/relationships" r:id="Re46dd1438de344ee"/>
  </p:notesMasterIdLst>
  <p:sldIdLst>
    <p:sldId xmlns:r="http://schemas.openxmlformats.org/officeDocument/2006/relationships" id="256" r:id="Rbd174b297ade4c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18f57a96d049b2" /><Relationship Type="http://schemas.openxmlformats.org/officeDocument/2006/relationships/slideMaster" Target="/ppt/slideMasters/slideMaster1.xml" Id="R7b3291156ca84f28" /><Relationship Type="http://schemas.openxmlformats.org/officeDocument/2006/relationships/notesMaster" Target="/ppt/notesMasters/notesMaster1.xml" Id="Re46dd1438de344ee" /><Relationship Type="http://schemas.openxmlformats.org/officeDocument/2006/relationships/presProps" Target="/ppt/presProps.xml" Id="R4cecf45b9e2f492c" /><Relationship Type="http://schemas.openxmlformats.org/officeDocument/2006/relationships/tableStyles" Target="/ppt/tableStyles.xml" Id="Ra8b434f9b7e04354" /><Relationship Type="http://schemas.openxmlformats.org/officeDocument/2006/relationships/slide" Target="/ppt/slides/slide1.xml" Id="Rbd174b297ade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862a3d9f54c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e41bc6c5e400a" /><Relationship Type="http://schemas.openxmlformats.org/officeDocument/2006/relationships/notesMaster" Target="/ppt/notesMasters/notesMaster1.xml" Id="Rf8b39fec06ba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6e29f04224c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0c87a09c94d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0fc52e9a445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7f9f607794f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04ef4436f40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6f58ab5ab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4C320-D226-4F5E-89E6-93C074CCE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74115B-9332-4F4F-BADD-88ABD8D72D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BD10C8-895C-489F-AF38-A83460328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3DC375-D7DF-40C7-8925-E755AFF348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42EC0C-C3E0-4F3E-8C89-2BC2E2F70A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72A6FD-DDFE-40D3-80BA-0AC451BCC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4C86B9-EFA8-44E0-A0DF-7ABF4B7F8C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D7F0DB-57AF-46F0-871E-13E694FC00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57BDEC-A35E-48FC-908A-0A158D424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E09ACF-649C-4FF7-8199-0DE05987D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98fb114e145c3" /><Relationship Type="http://schemas.openxmlformats.org/officeDocument/2006/relationships/slideLayout" Target="/ppt/slideLayouts/slideLayout1.xml" Id="Rc69e751640d448c4" /><Relationship Type="http://schemas.openxmlformats.org/officeDocument/2006/relationships/slideLayout" Target="/ppt/slideLayouts/slideLayout2.xml" Id="Re9abf5b4befa495f" /><Relationship Type="http://schemas.openxmlformats.org/officeDocument/2006/relationships/slideLayout" Target="/ppt/slideLayouts/slideLayout3.xml" Id="R4971db35177041b3" /><Relationship Type="http://schemas.openxmlformats.org/officeDocument/2006/relationships/slideLayout" Target="/ppt/slideLayouts/slideLayout4.xml" Id="R4ffd14c5a47f41c2" /><Relationship Type="http://schemas.openxmlformats.org/officeDocument/2006/relationships/slideLayout" Target="/ppt/slideLayouts/slideLayout5.xml" Id="R9b0806be61894e42" /><Relationship Type="http://schemas.openxmlformats.org/officeDocument/2006/relationships/slideLayout" Target="/ppt/slideLayouts/slideLayout6.xml" Id="Re34c8d99efe6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e751640d448c4"/>
    <p:sldLayoutId xmlns:r="http://schemas.openxmlformats.org/officeDocument/2006/relationships" id="2147483650" r:id="Re9abf5b4befa495f"/>
    <p:sldLayoutId xmlns:r="http://schemas.openxmlformats.org/officeDocument/2006/relationships" id="2147483651" r:id="R4971db35177041b3"/>
    <p:sldLayoutId xmlns:r="http://schemas.openxmlformats.org/officeDocument/2006/relationships" id="2147483652" r:id="R4ffd14c5a47f41c2"/>
    <p:sldLayoutId xmlns:r="http://schemas.openxmlformats.org/officeDocument/2006/relationships" id="2147483653" r:id="R9b0806be61894e42"/>
    <p:sldLayoutId xmlns:r="http://schemas.openxmlformats.org/officeDocument/2006/relationships" id="2147483654" r:id="Re34c8d99efe6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ca8bd1cdc4eba" /><Relationship Type="http://schemas.openxmlformats.org/officeDocument/2006/relationships/notesSlide" Target="/ppt/notesSlides/notesSlide1.xml" Id="Rf012e754d1a14b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B5148-FABF-4A75-9C2D-28EC43E7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1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947948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2026-10-14T15:15:00.8350000Z</dcterms:created>
  <dcterms:modified xsi:type="dcterms:W3CDTF">2026-10-14T15:15:00.8350000Z</dcterms:modified>
</coreProperties>
</file>