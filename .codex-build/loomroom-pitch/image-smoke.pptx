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11b05b38954f08" /><Relationship Type="http://schemas.openxmlformats.org/officeDocument/2006/relationships/extended-properties" Target="/docProps/app.xml" Id="R983c88743dae4ef5" /><Relationship Type="http://schemas.openxmlformats.org/officeDocument/2006/relationships/officeDocument" Target="/ppt/presentation.xml" Id="Rcf15fd1926ff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ee09bb6ed41f5"/>
  </p:sldMasterIdLst>
  <p:notesMasterIdLst>
    <p:notesMasterId xmlns:r="http://schemas.openxmlformats.org/officeDocument/2006/relationships" r:id="R5abc111c5fe540dd"/>
  </p:notesMasterIdLst>
  <p:sldIdLst>
    <p:sldId xmlns:r="http://schemas.openxmlformats.org/officeDocument/2006/relationships" id="256" r:id="Rf9564177d1ef405e"/>
  </p:sldIdLst>
  <p:sldSz cx="60960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77222629ef4510" /><Relationship Type="http://schemas.openxmlformats.org/officeDocument/2006/relationships/slideMaster" Target="/ppt/slideMasters/slideMaster1.xml" Id="Rb4cee09bb6ed41f5" /><Relationship Type="http://schemas.openxmlformats.org/officeDocument/2006/relationships/notesMaster" Target="/ppt/notesMasters/notesMaster1.xml" Id="R5abc111c5fe540dd" /><Relationship Type="http://schemas.openxmlformats.org/officeDocument/2006/relationships/presProps" Target="/ppt/presProps.xml" Id="Re21809d2f4524e22" /><Relationship Type="http://schemas.openxmlformats.org/officeDocument/2006/relationships/tableStyles" Target="/ppt/tableStyles.xml" Id="Rb69c572799874182" /><Relationship Type="http://schemas.openxmlformats.org/officeDocument/2006/relationships/slide" Target="/ppt/slides/slide1.xml" Id="Rf9564177d1ef40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3301f3760b43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1f17c223544a57" /><Relationship Type="http://schemas.openxmlformats.org/officeDocument/2006/relationships/notesMaster" Target="/ppt/notesMasters/notesMaster1.xml" Id="Rcbbe121cf1f1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60ced4c2147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4dd6f3fb94e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6b2d858c346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c8138bb9140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9f4e7875e42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856091f6645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988C2-B408-46DC-B337-B695BB20C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29540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1B3B84-027A-4D01-81AE-E6867A0BF5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4400" y="18859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DE6F1B-A5C3-4F69-8507-4966FDC02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4287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5634D2-B9BF-4E80-A2D6-8F0CB957A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0" y="266700"/>
            <a:ext cx="541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DDAF6A-34C0-4150-94DD-7C889174C6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0" y="952500"/>
            <a:ext cx="54102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EDBB8C-4A31-48F6-94F5-E00C441CF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0" y="266700"/>
            <a:ext cx="541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983D11-648B-4342-96A5-4F1E96B0D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0" y="952500"/>
            <a:ext cx="2514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EF66FA-26F4-4C6B-A8C4-829E1DBE4E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38500" y="952500"/>
            <a:ext cx="2514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B129D5-70A8-41D5-8A32-C68D29597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0" y="266700"/>
            <a:ext cx="541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D8F02-F03A-4D19-9FF2-DB1673C76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0" y="952500"/>
            <a:ext cx="2514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4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1pPr>
            <a:lvl2pPr marL="266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2pPr>
            <a:lvl3pPr marL="419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3pPr>
            <a:lvl4pPr marL="571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4pPr>
            <a:lvl5pPr marL="7239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5pPr>
            <a:lvl6pPr marL="8763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6pPr>
            <a:lvl7pPr marL="10287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7pPr>
            <a:lvl8pPr marL="11811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8pPr>
            <a:lvl9pPr marL="133350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5313f030514479" /><Relationship Type="http://schemas.openxmlformats.org/officeDocument/2006/relationships/slideLayout" Target="/ppt/slideLayouts/slideLayout1.xml" Id="R617965b4422549eb" /><Relationship Type="http://schemas.openxmlformats.org/officeDocument/2006/relationships/slideLayout" Target="/ppt/slideLayouts/slideLayout2.xml" Id="R70222dac265e4939" /><Relationship Type="http://schemas.openxmlformats.org/officeDocument/2006/relationships/slideLayout" Target="/ppt/slideLayouts/slideLayout3.xml" Id="R1348b951d95b40df" /><Relationship Type="http://schemas.openxmlformats.org/officeDocument/2006/relationships/slideLayout" Target="/ppt/slideLayouts/slideLayout4.xml" Id="R5ccb543ee57d452b" /><Relationship Type="http://schemas.openxmlformats.org/officeDocument/2006/relationships/slideLayout" Target="/ppt/slideLayouts/slideLayout5.xml" Id="R0f9923043fb94e61" /><Relationship Type="http://schemas.openxmlformats.org/officeDocument/2006/relationships/slideLayout" Target="/ppt/slideLayouts/slideLayout6.xml" Id="R3339ec222e404f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7965b4422549eb"/>
    <p:sldLayoutId xmlns:r="http://schemas.openxmlformats.org/officeDocument/2006/relationships" id="2147483650" r:id="R70222dac265e4939"/>
    <p:sldLayoutId xmlns:r="http://schemas.openxmlformats.org/officeDocument/2006/relationships" id="2147483651" r:id="R1348b951d95b40df"/>
    <p:sldLayoutId xmlns:r="http://schemas.openxmlformats.org/officeDocument/2006/relationships" id="2147483652" r:id="R5ccb543ee57d452b"/>
    <p:sldLayoutId xmlns:r="http://schemas.openxmlformats.org/officeDocument/2006/relationships" id="2147483653" r:id="R0f9923043fb94e61"/>
    <p:sldLayoutId xmlns:r="http://schemas.openxmlformats.org/officeDocument/2006/relationships" id="2147483654" r:id="R3339ec222e404f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bcaf9fdba4022" /><Relationship Type="http://schemas.openxmlformats.org/officeDocument/2006/relationships/image" Target="/ppt/media/image.png" Id="Rb8a061fe91234865" /><Relationship Type="http://schemas.openxmlformats.org/officeDocument/2006/relationships/image" Target="/ppt/media/image2.png" Id="R5b0597985c0f4b2a" /><Relationship Type="http://schemas.openxmlformats.org/officeDocument/2006/relationships/notesSlide" Target="/ppt/notesSlides/notesSlide1.xml" Id="R5b58760eb39c46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70B9-78C2-4187-B3E7-43DB13DD9C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061fe91234865"/>
          <a:stretch xmlns:a="http://schemas.openxmlformats.org/drawingml/2006/main"/>
        </p:blipFill>
        <p:spPr>
          <a:xfrm xmlns:a="http://schemas.openxmlformats.org/drawingml/2006/main">
            <a:off x="190500" y="190500"/>
            <a:ext cx="2857500" cy="2857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85E3A-EB0E-454F-AA2D-B91C03D2F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597985c0f4b2a"/>
          <a:stretch xmlns:a="http://schemas.openxmlformats.org/drawingml/2006/main"/>
        </p:blipFill>
        <p:spPr>
          <a:xfrm xmlns:a="http://schemas.openxmlformats.org/drawingml/2006/main">
            <a:off x="3143250" y="19050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2026-10-14T15:02:07.2450000Z</dcterms:created>
  <dcterms:modified xsi:type="dcterms:W3CDTF">2026-10-14T15:02:07.2450000Z</dcterms:modified>
</coreProperties>
</file>